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8800"/>
            <a:ext cx="9070560" cy="134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Klicken bearbeiten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E388194-7DCF-428D-B994-C7252058747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8800"/>
            <a:ext cx="9070560" cy="134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Klicken bearbeiten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5FF3F37-4AC5-46BC-9D2E-21E29A595CC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5000"/>
            <a:ext cx="9070560" cy="94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504000" y="1325520"/>
            <a:ext cx="9070560" cy="328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8080"/>
            <a:ext cx="9070560" cy="134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fast Loam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6630120" y="3546720"/>
            <a:ext cx="2056680" cy="18288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odom_estimate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5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Node</a:t>
            </a: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thread “odom_estimation”</a:t>
            </a:r>
            <a:br>
              <a:rPr sz="1050"/>
            </a:b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→ InitMap, UpdatePtsToMap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5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Class</a:t>
            </a: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InitMap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5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Pts --&gt; map</a:t>
            </a:r>
            <a:br>
              <a:rPr sz="1050"/>
            </a:b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UpdatePtsToMap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--&gt; AddPtsToMap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Cost factors (surf, edge)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" name=""/>
          <p:cNvCxnSpPr>
            <a:stCxn id="17" idx="2"/>
            <a:endCxn id="15" idx="2"/>
          </p:cNvCxnSpPr>
          <p:nvPr/>
        </p:nvCxnSpPr>
        <p:spPr>
          <a:xfrm flipH="1" rot="16200000">
            <a:off x="5143680" y="2860560"/>
            <a:ext cx="457560" cy="4573080"/>
          </a:xfrm>
          <a:prstGeom prst="bentConnector3">
            <a:avLst>
              <a:gd name="adj1" fmla="val 139842"/>
            </a:avLst>
          </a:prstGeom>
          <a:ln w="0">
            <a:solidFill>
              <a:srgbClr val="3465A4"/>
            </a:solidFill>
            <a:tailEnd len="med" type="triangle" w="med"/>
          </a:ln>
        </p:spPr>
      </p:cxnSp>
      <p:cxnSp>
        <p:nvCxnSpPr>
          <p:cNvPr id="18" name=""/>
          <p:cNvCxnSpPr>
            <a:stCxn id="17" idx="3"/>
            <a:endCxn id="15" idx="1"/>
          </p:cNvCxnSpPr>
          <p:nvPr/>
        </p:nvCxnSpPr>
        <p:spPr>
          <a:xfrm>
            <a:off x="4114080" y="4118400"/>
            <a:ext cx="2516400" cy="343080"/>
          </a:xfrm>
          <a:prstGeom prst="bentConnector3">
            <a:avLst>
              <a:gd name="adj1" fmla="val 50021"/>
            </a:avLst>
          </a:prstGeom>
          <a:ln w="0">
            <a:solidFill>
              <a:srgbClr val="3465A4"/>
            </a:solidFill>
            <a:tailEnd len="med" type="triangle" w="med"/>
          </a:ln>
        </p:spPr>
      </p:cxnSp>
      <p:cxnSp>
        <p:nvCxnSpPr>
          <p:cNvPr id="19" name=""/>
          <p:cNvCxnSpPr>
            <a:stCxn id="15" idx="0"/>
            <a:endCxn id="20" idx="2"/>
          </p:cNvCxnSpPr>
          <p:nvPr/>
        </p:nvCxnSpPr>
        <p:spPr>
          <a:xfrm flipV="1" rot="16200000">
            <a:off x="6310440" y="2198520"/>
            <a:ext cx="624600" cy="2072160"/>
          </a:xfrm>
          <a:prstGeom prst="bentConnector3">
            <a:avLst>
              <a:gd name="adj1" fmla="val 49942"/>
            </a:avLst>
          </a:prstGeom>
          <a:ln w="0">
            <a:solidFill>
              <a:srgbClr val="3465A4"/>
            </a:solidFill>
            <a:tailEnd len="med" type="triangle" w="med"/>
          </a:ln>
        </p:spPr>
      </p:cxnSp>
      <p:sp>
        <p:nvSpPr>
          <p:cNvPr id="17" name=""/>
          <p:cNvSpPr/>
          <p:nvPr/>
        </p:nvSpPr>
        <p:spPr>
          <a:xfrm>
            <a:off x="2057400" y="3318120"/>
            <a:ext cx="2056680" cy="1600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processing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5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Node</a:t>
            </a: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thread “processing”</a:t>
            </a:r>
            <a:br>
              <a:rPr sz="1050"/>
            </a:b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→ subscribe, feature_extraction, publish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5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Class</a:t>
            </a: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feature_extraction → featExtractionfromSector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" name=""/>
          <p:cNvCxnSpPr>
            <a:stCxn id="17" idx="0"/>
            <a:endCxn id="20" idx="1"/>
          </p:cNvCxnSpPr>
          <p:nvPr/>
        </p:nvCxnSpPr>
        <p:spPr>
          <a:xfrm flipH="1" flipV="1" rot="5400000">
            <a:off x="3293640" y="2053440"/>
            <a:ext cx="1056960" cy="1472760"/>
          </a:xfrm>
          <a:prstGeom prst="bentConnector2">
            <a:avLst/>
          </a:prstGeom>
          <a:ln w="0">
            <a:solidFill>
              <a:srgbClr val="3465A4"/>
            </a:solidFill>
            <a:tailEnd len="med" type="triangle" w="med"/>
          </a:ln>
        </p:spPr>
      </p:cxnSp>
      <p:cxnSp>
        <p:nvCxnSpPr>
          <p:cNvPr id="22" name=""/>
          <p:cNvCxnSpPr>
            <a:endCxn id="17" idx="1"/>
          </p:cNvCxnSpPr>
          <p:nvPr/>
        </p:nvCxnSpPr>
        <p:spPr>
          <a:xfrm flipH="1" rot="16200000">
            <a:off x="455400" y="2516040"/>
            <a:ext cx="1833120" cy="1371960"/>
          </a:xfrm>
          <a:prstGeom prst="bentConnector3">
            <a:avLst>
              <a:gd name="adj1" fmla="val 0"/>
            </a:avLst>
          </a:prstGeom>
          <a:ln w="0">
            <a:solidFill>
              <a:srgbClr val="3465A4"/>
            </a:solidFill>
            <a:tailEnd len="med" type="triangle" w="med"/>
          </a:ln>
        </p:spPr>
      </p:cxnSp>
      <p:sp>
        <p:nvSpPr>
          <p:cNvPr id="23" name=""/>
          <p:cNvSpPr/>
          <p:nvPr/>
        </p:nvSpPr>
        <p:spPr>
          <a:xfrm>
            <a:off x="228600" y="1600200"/>
            <a:ext cx="913680" cy="685080"/>
          </a:xfrm>
          <a:prstGeom prst="ca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sensor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4558320" y="1600200"/>
            <a:ext cx="2056680" cy="1322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mapping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5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Node</a:t>
            </a: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thread “laser_mapping”</a:t>
            </a:r>
            <a:br>
              <a:rPr sz="1050"/>
            </a:b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→ rot, trans, UpdateCurrPtsToMap, publ.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5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Class</a:t>
            </a: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Init, do the stuff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" name=""/>
          <p:cNvCxnSpPr>
            <a:stCxn id="20" idx="3"/>
          </p:cNvCxnSpPr>
          <p:nvPr/>
        </p:nvCxnSpPr>
        <p:spPr>
          <a:xfrm flipV="1">
            <a:off x="6615000" y="1561680"/>
            <a:ext cx="1356120" cy="700200"/>
          </a:xfrm>
          <a:prstGeom prst="bentConnector3">
            <a:avLst>
              <a:gd name="adj1" fmla="val 13329"/>
            </a:avLst>
          </a:prstGeom>
          <a:ln w="0">
            <a:solidFill>
              <a:srgbClr val="3465A4"/>
            </a:solidFill>
            <a:tailEnd len="med" type="triangle" w="med"/>
          </a:ln>
        </p:spPr>
      </p:cxnSp>
      <p:sp>
        <p:nvSpPr>
          <p:cNvPr id="25" name=""/>
          <p:cNvSpPr/>
          <p:nvPr/>
        </p:nvSpPr>
        <p:spPr>
          <a:xfrm>
            <a:off x="2057400" y="2971800"/>
            <a:ext cx="456480" cy="345600"/>
          </a:xfrm>
          <a:prstGeom prst="rect">
            <a:avLst/>
          </a:prstGeom>
          <a:solidFill>
            <a:srgbClr val="FFDE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8230320" y="3200400"/>
            <a:ext cx="456480" cy="345600"/>
          </a:xfrm>
          <a:prstGeom prst="rect">
            <a:avLst/>
          </a:prstGeom>
          <a:solidFill>
            <a:srgbClr val="FFDE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4558320" y="1253880"/>
            <a:ext cx="456480" cy="345600"/>
          </a:xfrm>
          <a:prstGeom prst="rect">
            <a:avLst/>
          </a:prstGeom>
          <a:solidFill>
            <a:srgbClr val="FFDE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8686800" y="574920"/>
            <a:ext cx="1142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9/2/2026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8687520" y="4659840"/>
            <a:ext cx="685080" cy="486360"/>
          </a:xfrm>
          <a:prstGeom prst="rect">
            <a:avLst/>
          </a:prstGeom>
          <a:solidFill>
            <a:srgbClr val="B2D68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Ceres Solver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1114560" y="3802320"/>
            <a:ext cx="48564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2743200" y="1659240"/>
            <a:ext cx="1371600" cy="54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pts_filtered (edge+surf)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7086600" y="1284120"/>
            <a:ext cx="68580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6858000" y="2922480"/>
            <a:ext cx="80064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odom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4343400" y="3802320"/>
            <a:ext cx="205740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laser_cloud_edge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4343400" y="5170320"/>
            <a:ext cx="2057400" cy="31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laser_cloud_surf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1453</TotalTime>
  <Application>LibreOffice/26.2.5.2$Windows_X86_64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2026-07-31T16:04:54Z</dcterms:created>
  <dc:creator/>
  <dc:description/>
  <dc:language>en-US</dc:language>
  <cp:lastModifiedBy/>
  <dcterms:modified xsi:type="dcterms:W3CDTF">2026-09-02T13:28:21Z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